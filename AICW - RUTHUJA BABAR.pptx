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F4F50-5523-4621-8821-46F37E5364ED}" v="15" dt="2026-03-28T13:43:49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Ruthuja Babar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ruthujababar@gmail.com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298653"/>
            <a:ext cx="4446761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System Architecture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lt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Arial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</a:rPr>
              <a:t>Future scope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</a:rPr>
              <a:t>Reference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" name="Picture 1" descr="A screen shot of a computer">
            <a:extLst>
              <a:ext uri="{FF2B5EF4-FFF2-40B4-BE49-F238E27FC236}">
                <a16:creationId xmlns:a16="http://schemas.microsoft.com/office/drawing/2014/main" id="{30DB4ECD-64DE-BA82-D847-38EF24244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50" t="7320" r="18976" b="28715"/>
          <a:stretch>
            <a:fillRect/>
          </a:stretch>
        </p:blipFill>
        <p:spPr>
          <a:xfrm>
            <a:off x="5857153" y="1019322"/>
            <a:ext cx="2502797" cy="28703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79" y="1265681"/>
            <a:ext cx="6316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Clean and organize data using Microsoft Excel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healthcare data with Microsoft Power BI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KPIs: Total patients, Total Revenue, Average Stay, Recovery Rate, Department Count.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interactive dashboards for real-time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efficiency, accuracy, and patient care quality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717323" y="1158974"/>
            <a:ext cx="2363372" cy="217506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183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202612" y="1179622"/>
            <a:ext cx="5192348" cy="3456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Data is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incomplete and unstructured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No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real-time visibility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Manual work causes errors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Slow and inconsistent reports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Need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data cleaning &amp; organization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Track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health metrics easily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Monitor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patient flow &amp; workload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Improve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efficiency and decisions</a:t>
            </a: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Ensure </a:t>
            </a:r>
            <a:r>
              <a:rPr lang="en-US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better patient care</a:t>
            </a: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43D89E-4CA1-007D-C899-B9E28D0B4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946" y="1179622"/>
            <a:ext cx="2784256" cy="278425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55846" y="1306265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&amp; Integration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Modeling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Design Deployment</a:t>
            </a:r>
            <a:endParaRPr 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63CF24-80AB-1E16-BA68-68335239E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39" y="1398626"/>
            <a:ext cx="3209099" cy="21393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207E5-268C-68AD-E5C3-31077E7B5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83" y="1133273"/>
            <a:ext cx="8574260" cy="369194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44852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283A42-0832-08B6-C6B4-0D6832E47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422" y="3070999"/>
            <a:ext cx="3819156" cy="19722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ED83B4-C95A-A5B9-9175-7A2275B99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2" y="1028393"/>
            <a:ext cx="3699450" cy="1972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976FE7-30BC-AF47-C12E-1AF9DD5D1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787" y="1028393"/>
            <a:ext cx="3710571" cy="19722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5" y="1084927"/>
            <a:ext cx="679581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Successfully cleaned and structured hospital patient data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Built interactive dashboards using Microsoft Power BI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Enabled real-time monitoring of KPIs and hospital performance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Improved decision-making, efficiency, and patient care quality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D1E65-1F09-A798-681B-E4660A3F0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003" y="1482244"/>
            <a:ext cx="2179011" cy="2179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FDBB76-36C8-D49C-DB2A-8F9CD4C95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003" y="3555747"/>
            <a:ext cx="1865376" cy="838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159476"/>
            <a:ext cx="59539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 Power BI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real-time data updates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live dashboards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instant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predictive analytics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patient risk forecasting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access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doctors and admins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alerts for beds, critical cases, and resources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Ensure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role-based access and data security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Maintain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data privacy and protection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5F7323-0B39-DDE9-620A-2B69DDC4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688" y="921137"/>
            <a:ext cx="1981200" cy="2305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7DC7B8-E5D9-837B-6C4D-624D877D2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707" y="3162798"/>
            <a:ext cx="2737104" cy="7254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287</Words>
  <Application>Microsoft Office PowerPoint</Application>
  <PresentationFormat>On-screen Show (16:9)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Ruthuja Babar</cp:lastModifiedBy>
  <cp:revision>27</cp:revision>
  <dcterms:created xsi:type="dcterms:W3CDTF">2026-02-18T09:17:23Z</dcterms:created>
  <dcterms:modified xsi:type="dcterms:W3CDTF">2026-04-04T13:14:32Z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